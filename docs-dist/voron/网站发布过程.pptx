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4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8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6E5A4-54A6-8BD7-55E2-57170AF70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7A4AB8-17CE-6FF0-668B-75CC2BCA6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624807-8ACE-E211-C883-E4C0BE6C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A46234-1FBA-FB20-D0FB-E534BB39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92445C-49ED-0D04-5C70-F4305BC3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60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E1976-6745-B53B-B2AC-BF28E0FD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0B6DE-E8EE-4C19-387D-7438D6B6B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219E9-2057-A07E-95C9-CC949FE4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1B094-A482-66C5-8B4B-ABF18069D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00FF9F-2B71-00BE-C6BF-DF11399E4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177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E1754-302D-C60A-079C-3E36827D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1A5535-6AB9-9161-95B8-0406741A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FC482-17DC-A2A2-3FE8-D0C79619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2F4A6F-949C-3B7E-B4D8-8D6838B3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42189-4094-D197-52B7-DB5CE722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26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EE847-200C-6746-9CF6-4F4637E7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45F41B-7FFA-2384-1882-2A35A4846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3291D9-245E-B374-7748-6EB65872E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98B8B9-694C-4F6C-9E4C-EC720BBB3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8825FB-1C11-0FE2-4516-3A0FA0BE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0451EF-DA9A-0A0B-82F8-D51DEAA9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2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86369-8551-F465-E5CE-01A432CF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F0EA8-7F6E-F458-143D-BEC364328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A9FAB1-EA6F-BDFA-7A54-5B782BF90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54BC30-9C9B-D646-A94F-936171D4A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FF262E-36C0-189A-1FA3-1627042C1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5E4FD9-0217-C30D-D44A-D75B3D90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10F515-E586-676B-3E52-4294A2886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3C43A4-F636-9F12-300D-DCD6D963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68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4221A-9068-0C07-200F-3F22913F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CEB670-C467-04DC-1464-E6290CB3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89402B-EE33-FCAC-06D6-D4F84D70E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E23DA0-1E57-4F5A-7052-E2DDDEBF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69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D20C4B-F300-AFB8-93F2-CB0460C2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6316C8-E7FA-FC6C-4FDE-7323F2C7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5CC252-9371-CA6C-BB51-54F7342D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41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D2327-6858-D54C-BBE3-C641D6903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4D665-23A5-10B9-DDAC-BE53E374B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7481C9-C406-F825-48DE-2E12293F3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EA7810-17BA-9921-24AD-2EE42D9C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09D300-0A91-F5DD-2E6B-F68906D6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78AF5F-EA0C-25B5-89BE-8E6CB181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63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3955A-EF2A-15CE-9BE1-21E778EC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7048B8-3021-77B3-E410-2A14B4F54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C4480F-2E50-90F4-5EA1-06D71C566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204482-39DC-659C-D98C-748850C00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4C4B8C-B8FF-FB2D-3B53-706F834C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6EEB35-8487-1D89-1293-374C266E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6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45882-0322-A651-9CD9-994F7011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045BE3-4F0D-8D8B-FE5E-B9BAB11EA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27E4D-65F5-2935-9497-AAB6FDEF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09872-BCBB-349D-DEF0-5E9E9C6B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1CF15-4A98-1BC6-06D8-DB6A9638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47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22C7D4-C7F6-887E-7D7F-421825355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A76CD8-99CA-E91E-3C8F-3F44AC91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447E93-BDF0-078E-E6CF-A9B2DC88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0862E1-9FB3-8EC0-1DF1-E137128A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4BDB2A-52FB-9F6C-C30F-AF04F82E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27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39F46C-A234-88FC-9D25-108E87348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0BFA3-5660-CB6A-5128-1CFA03A22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14E2FE-7E1E-5AD7-A021-0349E71C1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FC9CE-5C94-4802-A6D9-4BEFE8911FF0}" type="datetimeFigureOut">
              <a:rPr lang="zh-CN" altLang="en-US" smtClean="0"/>
              <a:t>2023/1/17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F151FB-19F3-BD38-6ECD-56493B492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4CFB2B-F5E8-27B8-A1CC-3B8DF16A7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FB260-9B1D-4983-8BC1-E2C5D90C96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70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431E8DA-A5CF-8444-D525-7F004D599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52" y="2487974"/>
            <a:ext cx="3204018" cy="19127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6BE9918-14BB-F03F-A38E-E71BAFCF5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143" y="2514934"/>
            <a:ext cx="2825979" cy="18281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F778544-FD1C-6E89-B664-B923667EE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241" y="2559589"/>
            <a:ext cx="2779860" cy="17014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359C8F6-35F0-DD4A-7405-A7E8C8E0B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2531" y="4052261"/>
            <a:ext cx="1689717" cy="8393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E666A47-3CCE-6091-E141-100BE0134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1383" y="2487974"/>
            <a:ext cx="672476" cy="1373417"/>
          </a:xfrm>
          <a:prstGeom prst="rect">
            <a:avLst/>
          </a:prstGeom>
        </p:spPr>
      </p:pic>
      <p:sp>
        <p:nvSpPr>
          <p:cNvPr id="15" name="箭头: 五边形 14">
            <a:extLst>
              <a:ext uri="{FF2B5EF4-FFF2-40B4-BE49-F238E27FC236}">
                <a16:creationId xmlns:a16="http://schemas.microsoft.com/office/drawing/2014/main" id="{E6E58C97-B82C-9AF2-C6E6-3647E7D354F8}"/>
              </a:ext>
            </a:extLst>
          </p:cNvPr>
          <p:cNvSpPr/>
          <p:nvPr/>
        </p:nvSpPr>
        <p:spPr>
          <a:xfrm>
            <a:off x="112898" y="1028699"/>
            <a:ext cx="3204018" cy="113347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一样，用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Typora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写网站的内容</a:t>
            </a:r>
          </a:p>
        </p:txBody>
      </p:sp>
      <p:sp>
        <p:nvSpPr>
          <p:cNvPr id="16" name="箭头: 五边形 15">
            <a:extLst>
              <a:ext uri="{FF2B5EF4-FFF2-40B4-BE49-F238E27FC236}">
                <a16:creationId xmlns:a16="http://schemas.microsoft.com/office/drawing/2014/main" id="{C7717D39-29C0-92A9-2185-1E4EFB57FA0A}"/>
              </a:ext>
            </a:extLst>
          </p:cNvPr>
          <p:cNvSpPr/>
          <p:nvPr/>
        </p:nvSpPr>
        <p:spPr>
          <a:xfrm>
            <a:off x="3504967" y="1077988"/>
            <a:ext cx="3204018" cy="113347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保存到免费的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Gitee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网站上</a:t>
            </a:r>
          </a:p>
        </p:txBody>
      </p:sp>
      <p:sp>
        <p:nvSpPr>
          <p:cNvPr id="17" name="箭头: 五边形 16">
            <a:extLst>
              <a:ext uri="{FF2B5EF4-FFF2-40B4-BE49-F238E27FC236}">
                <a16:creationId xmlns:a16="http://schemas.microsoft.com/office/drawing/2014/main" id="{68113B7B-2938-67B5-F002-1FDDFCDDFC34}"/>
              </a:ext>
            </a:extLst>
          </p:cNvPr>
          <p:cNvSpPr/>
          <p:nvPr/>
        </p:nvSpPr>
        <p:spPr>
          <a:xfrm>
            <a:off x="6780241" y="1091766"/>
            <a:ext cx="3204018" cy="113347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</a:t>
            </a:r>
            <a:r>
              <a:rPr lang="en-US" altLang="zh-CN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Gitee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有变化，就自动编译网站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5AE3136F-BB0F-914E-526E-0480013FDD55}"/>
              </a:ext>
            </a:extLst>
          </p:cNvPr>
          <p:cNvSpPr/>
          <p:nvPr/>
        </p:nvSpPr>
        <p:spPr>
          <a:xfrm>
            <a:off x="10063243" y="1028698"/>
            <a:ext cx="2128757" cy="1133475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自动生成手机与电脑两种样式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6AE438-CBBF-B330-F31A-87E1EA66A908}"/>
              </a:ext>
            </a:extLst>
          </p:cNvPr>
          <p:cNvSpPr txBox="1"/>
          <p:nvPr/>
        </p:nvSpPr>
        <p:spPr>
          <a:xfrm>
            <a:off x="3859161" y="4471929"/>
            <a:ext cx="24003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所有人都可以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gitee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下载这个项目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477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39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 hl</dc:creator>
  <cp:lastModifiedBy>fan hl</cp:lastModifiedBy>
  <cp:revision>17</cp:revision>
  <dcterms:created xsi:type="dcterms:W3CDTF">2023-01-17T05:43:49Z</dcterms:created>
  <dcterms:modified xsi:type="dcterms:W3CDTF">2023-01-17T06:11:53Z</dcterms:modified>
</cp:coreProperties>
</file>